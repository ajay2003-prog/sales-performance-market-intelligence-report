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8" r:id="rId3"/>
    <p:sldId id="275" r:id="rId4"/>
    <p:sldId id="256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6D80-5506-2022-87F6-85C6E9100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CB79D-5250-4D3D-4035-ABF8CC1BE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07F48-FA46-D677-9678-99CB70E0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6DAA2-6262-978E-04F6-F8A9E876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490EB-C926-C0B4-6328-15AFA0ED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85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3F36-C7FF-297C-BA38-25C9CF0A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3143-314B-E496-F147-D27B969F2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8D07D-A070-8B56-F2E2-F53D6894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851D-9063-5DB5-DE8D-D616B5B4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02816-7AD5-10F5-E087-AA526B08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69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2238-200E-13D5-2513-82FD468AA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BD000-A9A1-06CC-ACBF-933484B62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3D8D1-7552-1DEA-4D77-46B40CC44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83AD7-4671-48C7-11D5-CE43907C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C2F96-CAD9-FEAE-0357-AF9EEA10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97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61C9-6771-90FE-D740-4F4267AB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A08F4-C9A5-AF67-7B82-DBD0E2261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C7AA4-41D8-7614-9156-E59A48919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948AC-76B8-DAB2-7924-7D3F5F99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80CDF-881C-5990-6407-4EA67EF3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3DFC9-FE71-9875-565D-77D800A6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7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95694-12DB-9205-E627-4C28F1337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38997-AB12-04B3-7165-82ECDF81C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4F5A7-A40F-B67A-2EFA-E75204AB7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3C5D4-8B74-E810-8946-2DB8DC19E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F3A44-7D9D-B5D4-3578-6A39886D0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D768AD-13B8-9E37-9E05-57EC08688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F8AC1D-CFA4-7DC2-5D04-7F7380D3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3F0394-D520-89B8-BD32-6B3C1DCE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12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237D-DDC4-15F2-605D-6B4E0FE9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0727B-94E1-B2F3-D10E-FEFD9ED2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8F32E-1432-56FA-05ED-3EF7DA4B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B7796-9F7E-8C84-1C3C-3C344F7B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AA631-D43A-F581-4C52-0A576FA9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F78FB-EE9C-42ED-E248-E95BB564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3E68-D333-C07B-4BB6-04A26BED9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44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04CB-DC7F-409F-5AA9-34EC9D8A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8BCE2-2CC5-C084-0F90-5963DB595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B1371-2BF7-F99B-DB74-0B8440CEC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34185-7229-EE55-E8B1-E0B3349E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1ACC8-AB49-21B4-BFF7-6A915B80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F340-D4BC-346F-ECB4-6A670086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72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5016-47EE-4726-D97A-749CA21C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B3A0B-D977-15A6-55E5-48179BCC2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CBAB6-079E-5DA3-244F-968FA3EA0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04F74-2567-2B20-08C7-E6B49E63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4BC6B-2523-300F-D403-DD992F77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B7BE6-13D1-C08C-7AA4-26B09F6A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07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6C23-66C1-CA12-D969-94570E53D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D628-4D64-13DB-6FF3-21FF7BB08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12AAA-5EAC-AFA4-2BA8-8A97B4E5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8771A-C3E7-6D40-2C64-55C80FC4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D7BBE-3034-1D04-18AF-5BEA9B68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17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AAC52-79F5-E8E4-006A-0E8C4E622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1D2B-EEFE-65B3-36A6-6D422C537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EAF48-CA61-DD08-5BEC-EC5F8F9F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3AC14-2C75-6B84-4125-1C273C55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73999-23F7-5EF1-2200-7CEDED67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91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96863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F58F07-FD21-9689-75B9-CFC7BAF6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8C557-68E0-A7CE-9CC9-919F31ACF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F2B5-04E9-6741-4692-2DEA115F0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C1E61-BA60-4B34-9D2C-0B274FFBC478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D3857-A389-7125-3364-A58F30AFD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1D7BB-C666-D269-F235-3B9160D95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94042-F4D5-4BA9-9138-D33A27988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99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6FEE-C0B8-D7E0-4F05-C6777E31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&amp; Market Intelligence Report</a:t>
            </a:r>
            <a:b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Business Insights using Power BI</a:t>
            </a:r>
            <a:b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A6F6-D31C-8C8D-819E-E82EBA14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    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Ajay Sai Phaneendra Reddy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835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C749-D486-DC33-6F85-FB3C1892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6CB89D3-81F6-A74C-009A-DF3212E1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5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EC81761-C3C7-94FE-B8EB-D99B71418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994" y="1690688"/>
            <a:ext cx="9770805" cy="448627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 : Executive Summary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 : Product &amp; Category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3 : Regional &amp; Customer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Business Recommendations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Graphic 12" descr="Open book with solid fill">
            <a:extLst>
              <a:ext uri="{FF2B5EF4-FFF2-40B4-BE49-F238E27FC236}">
                <a16:creationId xmlns:a16="http://schemas.microsoft.com/office/drawing/2014/main" id="{B60ECC7A-3FE4-71CC-7046-2A8BB49A5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84" y="0"/>
            <a:ext cx="2458064" cy="1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58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9AEF2B-695C-2D3B-E16D-C945CCA9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065"/>
            <a:ext cx="10515600" cy="3608438"/>
          </a:xfrm>
        </p:spPr>
        <p:txBody>
          <a:bodyPr/>
          <a:lstStyle/>
          <a:p>
            <a:pPr algn="ctr"/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e-commerce data to Identify sale trends , customer behaviour &amp; profit drivers &amp; provide actionable insights.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293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316ADF-CFE1-1122-707A-D5101CF5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 : Executive Summary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A5E4B-D6DE-49A1-8508-11EB7B98F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323" y="1527349"/>
            <a:ext cx="5820696" cy="455014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2.30M Indicates strong overall business Performance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12.7% reflects stable and healthy Profitability.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YoY Trend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Sales shows consistent year-on-year growth.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Clear seasonal Spikes toward year-end.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mix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Profit contribution is uneven across regions.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is growing steadily with stable margins.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demand and high-performing regions drive most of the revenue.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underperforming regions can improve overall balance and profitability.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FD645B4-14AE-4938-EDDB-457A63DAF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348"/>
            <a:ext cx="6096000" cy="4550139"/>
          </a:xfrm>
        </p:spPr>
      </p:pic>
    </p:spTree>
    <p:extLst>
      <p:ext uri="{BB962C8B-B14F-4D97-AF65-F5344CB8AC3E}">
        <p14:creationId xmlns:p14="http://schemas.microsoft.com/office/powerpoint/2010/main" val="50552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B1E8-C07D-646D-2D0F-CD03F4EE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 : Product &amp; Category Analysis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2AB8-1C85-023B-6C0D-811318FEC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73161"/>
            <a:ext cx="5181600" cy="460380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leads sales among all categories.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Phones &amp; Chairs are the top selling sub-categories.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concentrated in a few high-volume products.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high-sales products show low or negative profit.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set of products drives most of the total profit.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expanding high-margin products to improve profitability.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or discontinue loss-making products.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 and sourcing for high-volume , low- profit items.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BAA1F9-0E30-9690-ACF2-6C2E184421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73160"/>
            <a:ext cx="5931310" cy="4159045"/>
          </a:xfrm>
        </p:spPr>
      </p:pic>
    </p:spTree>
    <p:extLst>
      <p:ext uri="{BB962C8B-B14F-4D97-AF65-F5344CB8AC3E}">
        <p14:creationId xmlns:p14="http://schemas.microsoft.com/office/powerpoint/2010/main" val="1932407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0184-0B54-3F10-82F1-EC1B732F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3 : Regional &amp; Customer Insights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BA494-F310-2A29-FEBB-48AACA8D23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 leads sales contribution.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and east regions generate the highest revenue.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concentrated in a few top states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and South regions show lower performance.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sales patterns vary significantly by geography.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presence in underperforming regions to balance growth.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Corporate and Home Office segments to diversify revenue.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efforts on high-potential states.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799080-14D8-3D88-A0AD-57F4A72160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825625"/>
            <a:ext cx="5891981" cy="4351338"/>
          </a:xfrm>
        </p:spPr>
      </p:pic>
    </p:spTree>
    <p:extLst>
      <p:ext uri="{BB962C8B-B14F-4D97-AF65-F5344CB8AC3E}">
        <p14:creationId xmlns:p14="http://schemas.microsoft.com/office/powerpoint/2010/main" val="3654413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C3E39B-5A8D-22F9-43B7-06F8ABA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Recommendations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BF5FE98-DE7E-F8C2-96CD-DEDD58ABD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high margin products to improve overall profitability.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underperforming regions with targeted campaigns.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 for high-volume , low-profit items.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 Corporate and Home Office Segments to diversify revenue.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inventory around seasonal demand peaks.</a:t>
            </a:r>
          </a:p>
        </p:txBody>
      </p:sp>
    </p:spTree>
    <p:extLst>
      <p:ext uri="{BB962C8B-B14F-4D97-AF65-F5344CB8AC3E}">
        <p14:creationId xmlns:p14="http://schemas.microsoft.com/office/powerpoint/2010/main" val="220938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3F0651-21F9-AA99-8702-7B125B90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5D161A-BDCC-7C3B-763F-7E97F29EF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484960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Power BI dashboard to centralize sales, profit, and customer data into a single source of truth.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Analyzed performance by product, region, and customer segment to identify revenue and profitability drivers.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Highlighted seasonal trends and regional concentration risks to support strategic planning.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high-margin and loss-making products to guide pricing and product optimization.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actionable business recommendations to enable faster, data-driven decision-making.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792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301D98-4A6F-5DA0-9F78-465FDF55F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90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442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Sales Performance &amp; Market Intelligence Report Data-Driven Business Insights using Power BI </vt:lpstr>
      <vt:lpstr>Index</vt:lpstr>
      <vt:lpstr>Objective   Analyze e-commerce data to Identify sale trends , customer behaviour &amp; profit drivers &amp; provide actionable insights.</vt:lpstr>
      <vt:lpstr>KPI 1 : Executive Summary </vt:lpstr>
      <vt:lpstr>KPI 2 : Product &amp; Category Analysis </vt:lpstr>
      <vt:lpstr>KPI 3 : Regional &amp; Customer Insights </vt:lpstr>
      <vt:lpstr>Key Business Recommendations 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sai</dc:creator>
  <cp:lastModifiedBy>Ajay sai</cp:lastModifiedBy>
  <cp:revision>1</cp:revision>
  <dcterms:created xsi:type="dcterms:W3CDTF">2026-01-19T07:11:35Z</dcterms:created>
  <dcterms:modified xsi:type="dcterms:W3CDTF">2026-01-19T07:53:28Z</dcterms:modified>
</cp:coreProperties>
</file>